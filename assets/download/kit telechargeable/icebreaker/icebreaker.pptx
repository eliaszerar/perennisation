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SquareSerif"/>
      <p:regular r:id="rId14"/>
    </p:embeddedFont>
    <p:embeddedFont>
      <p:font typeface="General Sans"/>
      <p:regular r:id="rId15"/>
    </p:embeddedFont>
    <p:embeddedFont>
      <p:font typeface="Inter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xmlns="" Id="rId14" Type="http://schemas.openxmlformats.org/officeDocument/2006/relationships/font" Target="fonts/rId14.fntdata"/><Relationship xmlns="" Id="rId15" Type="http://schemas.openxmlformats.org/officeDocument/2006/relationships/font" Target="fonts/rId15.fntdata"/><Relationship xmlns="" Id="rId16" Type="http://schemas.openxmlformats.org/officeDocument/2006/relationships/font" Target="fonts/rId1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slideLayout" Target="../slideLayouts/slideLayout1.xml"/><Relationship Id="rId4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4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62163"/>
            <a:ext cx="3343275" cy="102393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062163"/>
            <a:ext cx="33432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8D182B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Le jeu des choix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609600" y="2609850"/>
            <a:ext cx="33432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Choisis une réponse à chaque question.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Il n’y a pas de bonne ou mauvaise réponse.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609600" y="4381500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Atelier VR-AI - Icebreaker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609600" y="609600"/>
            <a:ext cx="1229088" cy="304800"/>
          </a:xfrm>
          <a:prstGeom prst="rect">
            <a:avLst/>
          </a:prstGeom>
          <a:noFill/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612993"/>
            <a:ext cx="243380" cy="196509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8297" y="612993"/>
            <a:ext cx="155262" cy="196274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92263" y="612993"/>
            <a:ext cx="168386" cy="19639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48212" y="612993"/>
            <a:ext cx="156199" cy="196392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90494" y="609600"/>
            <a:ext cx="204242" cy="203305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487442" y="612993"/>
            <a:ext cx="171081" cy="196509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652283" y="612993"/>
            <a:ext cx="192056" cy="196509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09600" y="612993"/>
            <a:ext cx="219944" cy="173073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48297" y="612993"/>
            <a:ext cx="131826" cy="172839"/>
          </a:xfrm>
          <a:prstGeom prst="rect">
            <a:avLst/>
          </a:prstGeom>
        </p:spPr>
      </p:pic>
      <p:pic>
        <p:nvPicPr>
          <p:cNvPr id="1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92263" y="612993"/>
            <a:ext cx="144950" cy="172956"/>
          </a:xfrm>
          <a:prstGeom prst="rect">
            <a:avLst/>
          </a:prstGeom>
        </p:spPr>
      </p:pic>
      <p:pic>
        <p:nvPicPr>
          <p:cNvPr id="1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148212" y="612993"/>
            <a:ext cx="132763" cy="173073"/>
          </a:xfrm>
          <a:prstGeom prst="rect">
            <a:avLst/>
          </a:prstGeom>
        </p:spPr>
      </p:pic>
      <p:pic>
        <p:nvPicPr>
          <p:cNvPr id="1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290494" y="609600"/>
            <a:ext cx="180807" cy="179869"/>
          </a:xfrm>
          <a:prstGeom prst="rect">
            <a:avLst/>
          </a:prstGeom>
        </p:spPr>
      </p:pic>
      <p:pic>
        <p:nvPicPr>
          <p:cNvPr id="1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487442" y="612993"/>
            <a:ext cx="147645" cy="173073"/>
          </a:xfrm>
          <a:prstGeom prst="rect">
            <a:avLst/>
          </a:prstGeom>
        </p:spPr>
      </p:pic>
      <p:pic>
        <p:nvPicPr>
          <p:cNvPr id="20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652283" y="612993"/>
            <a:ext cx="168620" cy="173073"/>
          </a:xfrm>
          <a:prstGeom prst="rect">
            <a:avLst/>
          </a:prstGeom>
        </p:spPr>
      </p:pic>
      <p:pic>
        <p:nvPicPr>
          <p:cNvPr id="21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609600" y="809056"/>
            <a:ext cx="1012424" cy="105344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708729" y="801451"/>
            <a:ext cx="619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"/>
              </a:lnSpc>
              <a:buNone/>
            </a:pPr>
            <a:r>
              <a:rPr lang="en-US" sz="657" b="1" dirty="0">
                <a:solidFill>
                  <a:srgbClr val="8D182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657" dirty="0"/>
          </a:p>
        </p:txBody>
      </p:sp>
      <p:sp>
        <p:nvSpPr>
          <p:cNvPr id="23" name="Text 6"/>
          <p:cNvSpPr/>
          <p:nvPr/>
        </p:nvSpPr>
        <p:spPr>
          <a:xfrm>
            <a:off x="861869" y="801451"/>
            <a:ext cx="285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"/>
              </a:lnSpc>
              <a:buNone/>
            </a:pPr>
            <a:r>
              <a:rPr lang="en-US" sz="657" b="1" dirty="0">
                <a:solidFill>
                  <a:srgbClr val="8D182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657" dirty="0"/>
          </a:p>
        </p:txBody>
      </p:sp>
      <p:sp>
        <p:nvSpPr>
          <p:cNvPr id="24" name="Text 7"/>
          <p:cNvSpPr/>
          <p:nvPr/>
        </p:nvSpPr>
        <p:spPr>
          <a:xfrm>
            <a:off x="996757" y="801451"/>
            <a:ext cx="714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"/>
              </a:lnSpc>
              <a:buNone/>
            </a:pPr>
            <a:r>
              <a:rPr lang="en-US" sz="657" b="1" dirty="0">
                <a:solidFill>
                  <a:srgbClr val="8D182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657" dirty="0"/>
          </a:p>
        </p:txBody>
      </p:sp>
      <p:sp>
        <p:nvSpPr>
          <p:cNvPr id="25" name="Text 8"/>
          <p:cNvSpPr/>
          <p:nvPr/>
        </p:nvSpPr>
        <p:spPr>
          <a:xfrm>
            <a:off x="1166091" y="801451"/>
            <a:ext cx="57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"/>
              </a:lnSpc>
              <a:buNone/>
            </a:pPr>
            <a:r>
              <a:rPr lang="en-US" sz="657" b="1" dirty="0">
                <a:solidFill>
                  <a:srgbClr val="8D182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657" dirty="0"/>
          </a:p>
        </p:txBody>
      </p:sp>
      <p:sp>
        <p:nvSpPr>
          <p:cNvPr id="26" name="Text 9"/>
          <p:cNvSpPr/>
          <p:nvPr/>
        </p:nvSpPr>
        <p:spPr>
          <a:xfrm>
            <a:off x="1319138" y="801451"/>
            <a:ext cx="619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"/>
              </a:lnSpc>
              <a:buNone/>
            </a:pPr>
            <a:r>
              <a:rPr lang="en-US" sz="657" b="1" dirty="0">
                <a:solidFill>
                  <a:srgbClr val="8D182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657" dirty="0"/>
          </a:p>
        </p:txBody>
      </p:sp>
      <p:sp>
        <p:nvSpPr>
          <p:cNvPr id="27" name="Text 10"/>
          <p:cNvSpPr/>
          <p:nvPr/>
        </p:nvSpPr>
        <p:spPr>
          <a:xfrm>
            <a:off x="1477707" y="801451"/>
            <a:ext cx="619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"/>
              </a:lnSpc>
              <a:buNone/>
            </a:pPr>
            <a:r>
              <a:rPr lang="en-US" sz="657" b="1" dirty="0">
                <a:solidFill>
                  <a:srgbClr val="8D182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657" dirty="0"/>
          </a:p>
        </p:txBody>
      </p:sp>
      <p:pic>
        <p:nvPicPr>
          <p:cNvPr id="28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627665" y="747927"/>
            <a:ext cx="207641" cy="206469"/>
          </a:xfrm>
          <a:prstGeom prst="rect">
            <a:avLst/>
          </a:prstGeom>
        </p:spPr>
      </p:pic>
      <p:pic>
        <p:nvPicPr>
          <p:cNvPr id="29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1809636" y="793045"/>
            <a:ext cx="26131" cy="24139"/>
          </a:xfrm>
          <a:prstGeom prst="rect">
            <a:avLst/>
          </a:prstGeom>
        </p:spPr>
      </p:pic>
      <p:pic>
        <p:nvPicPr>
          <p:cNvPr id="30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1580113" y="705453"/>
            <a:ext cx="298571" cy="293356"/>
          </a:xfrm>
          <a:prstGeom prst="rect">
            <a:avLst/>
          </a:prstGeom>
        </p:spPr>
      </p:pic>
      <p:pic>
        <p:nvPicPr>
          <p:cNvPr id="31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1599863" y="768684"/>
            <a:ext cx="104172" cy="169540"/>
          </a:xfrm>
          <a:prstGeom prst="rect">
            <a:avLst/>
          </a:prstGeom>
        </p:spPr>
      </p:pic>
      <p:pic>
        <p:nvPicPr>
          <p:cNvPr id="32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1718556" y="926856"/>
            <a:ext cx="68955" cy="50738"/>
          </a:xfrm>
          <a:prstGeom prst="rect">
            <a:avLst/>
          </a:prstGeom>
        </p:spPr>
      </p:pic>
      <p:pic>
        <p:nvPicPr>
          <p:cNvPr id="33" name="Image 20" descr="preencoded.png">    </p:cNvPr>
          <p:cNvPicPr>
            <a:picLocks noChangeAspect="1"/>
          </p:cNvPicPr>
          <p:nvPr/>
        </p:nvPicPr>
        <p:blipFill>
          <a:blip r:embed="rId21"/>
          <a:srcRect l="0" r="-6" t="0" b="4"/>
          <a:stretch/>
        </p:blipFill>
        <p:spPr>
          <a:xfrm>
            <a:off x="1811508" y="741351"/>
            <a:ext cx="18033" cy="25325"/>
          </a:xfrm>
          <a:prstGeom prst="rect">
            <a:avLst/>
          </a:prstGeom>
        </p:spPr>
      </p:pic>
      <p:pic>
        <p:nvPicPr>
          <p:cNvPr id="34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1741958" y="933408"/>
            <a:ext cx="45700" cy="17460"/>
          </a:xfrm>
          <a:prstGeom prst="rect">
            <a:avLst/>
          </a:prstGeom>
        </p:spPr>
      </p:pic>
      <p:pic>
        <p:nvPicPr>
          <p:cNvPr id="35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1803083" y="888079"/>
            <a:ext cx="22967" cy="24608"/>
          </a:xfrm>
          <a:prstGeom prst="rect">
            <a:avLst/>
          </a:prstGeom>
        </p:spPr>
      </p:pic>
      <p:pic>
        <p:nvPicPr>
          <p:cNvPr id="36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1819183" y="823631"/>
            <a:ext cx="17699" cy="28474"/>
          </a:xfrm>
          <a:prstGeom prst="rect">
            <a:avLst/>
          </a:prstGeom>
        </p:spPr>
      </p:pic>
      <p:pic>
        <p:nvPicPr>
          <p:cNvPr id="37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1744298" y="906590"/>
            <a:ext cx="16991" cy="26014"/>
          </a:xfrm>
          <a:prstGeom prst="rect">
            <a:avLst/>
          </a:prstGeom>
        </p:spPr>
      </p:pic>
      <p:pic>
        <p:nvPicPr>
          <p:cNvPr id="38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1801398" y="913845"/>
            <a:ext cx="9374" cy="14999"/>
          </a:xfrm>
          <a:prstGeom prst="rect">
            <a:avLst/>
          </a:prstGeom>
        </p:spPr>
      </p:pic>
      <p:pic>
        <p:nvPicPr>
          <p:cNvPr id="39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1814878" y="825503"/>
            <a:ext cx="14413" cy="10331"/>
          </a:xfrm>
          <a:prstGeom prst="rect">
            <a:avLst/>
          </a:prstGeom>
        </p:spPr>
      </p:pic>
      <p:pic>
        <p:nvPicPr>
          <p:cNvPr id="40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1646105" y="795620"/>
            <a:ext cx="99243" cy="85423"/>
          </a:xfrm>
          <a:prstGeom prst="rect">
            <a:avLst/>
          </a:prstGeom>
        </p:spPr>
      </p:pic>
      <p:pic>
        <p:nvPicPr>
          <p:cNvPr id="41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1690943" y="795736"/>
            <a:ext cx="86829" cy="54254"/>
          </a:xfrm>
          <a:prstGeom prst="rect">
            <a:avLst/>
          </a:prstGeom>
        </p:spPr>
      </p:pic>
      <p:pic>
        <p:nvPicPr>
          <p:cNvPr id="42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1725951" y="842329"/>
            <a:ext cx="35388" cy="26422"/>
          </a:xfrm>
          <a:prstGeom prst="rect">
            <a:avLst/>
          </a:prstGeom>
        </p:spPr>
      </p:pic>
      <p:pic>
        <p:nvPicPr>
          <p:cNvPr id="43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1770789" y="795947"/>
            <a:ext cx="14594" cy="17715"/>
          </a:xfrm>
          <a:prstGeom prst="rect">
            <a:avLst/>
          </a:prstGeom>
        </p:spPr>
      </p:pic>
      <p:pic>
        <p:nvPicPr>
          <p:cNvPr id="44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0" b="0"/>
          <a:stretch/>
        </p:blipFill>
        <p:spPr>
          <a:xfrm>
            <a:off x="1791008" y="797117"/>
            <a:ext cx="8767" cy="17121"/>
          </a:xfrm>
          <a:prstGeom prst="rect">
            <a:avLst/>
          </a:prstGeom>
        </p:spPr>
      </p:pic>
      <p:pic>
        <p:nvPicPr>
          <p:cNvPr id="45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0" b="0"/>
          <a:stretch/>
        </p:blipFill>
        <p:spPr>
          <a:xfrm>
            <a:off x="1679335" y="820121"/>
            <a:ext cx="11661" cy="17108"/>
          </a:xfrm>
          <a:prstGeom prst="rect">
            <a:avLst/>
          </a:prstGeom>
        </p:spPr>
      </p:pic>
      <p:pic>
        <p:nvPicPr>
          <p:cNvPr id="46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0" b="0"/>
          <a:stretch/>
        </p:blipFill>
        <p:spPr>
          <a:xfrm>
            <a:off x="1726607" y="818225"/>
            <a:ext cx="21444" cy="10893"/>
          </a:xfrm>
          <a:prstGeom prst="rect">
            <a:avLst/>
          </a:prstGeom>
        </p:spPr>
      </p:pic>
      <p:pic>
        <p:nvPicPr>
          <p:cNvPr id="47" name="Image 34" descr="preencoded.png">    </p:cNvPr>
          <p:cNvPicPr>
            <a:picLocks noChangeAspect="1"/>
          </p:cNvPicPr>
          <p:nvPr/>
        </p:nvPicPr>
        <p:blipFill>
          <a:blip r:embed="rId35"/>
          <a:srcRect l="0" r="0" t="0" b="0"/>
          <a:stretch/>
        </p:blipFill>
        <p:spPr>
          <a:xfrm>
            <a:off x="1618117" y="723285"/>
            <a:ext cx="217524" cy="164670"/>
          </a:xfrm>
          <a:prstGeom prst="rect">
            <a:avLst/>
          </a:prstGeom>
        </p:spPr>
      </p:pic>
      <p:pic>
        <p:nvPicPr>
          <p:cNvPr id="48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0" b="0"/>
          <a:stretch/>
        </p:blipFill>
        <p:spPr>
          <a:xfrm>
            <a:off x="4351273" y="-242887"/>
            <a:ext cx="5732590" cy="5632452"/>
          </a:xfrm>
          <a:prstGeom prst="rect">
            <a:avLst/>
          </a:prstGeom>
        </p:spPr>
      </p:pic>
      <p:pic>
        <p:nvPicPr>
          <p:cNvPr id="49" name="Image 36" descr="preencoded.png">    </p:cNvPr>
          <p:cNvPicPr>
            <a:picLocks noChangeAspect="1"/>
          </p:cNvPicPr>
          <p:nvPr/>
        </p:nvPicPr>
        <p:blipFill>
          <a:blip r:embed="rId37"/>
          <a:srcRect l="0" r="0" t="0" b="0"/>
          <a:stretch/>
        </p:blipFill>
        <p:spPr>
          <a:xfrm>
            <a:off x="5618336" y="1488316"/>
            <a:ext cx="1905479" cy="1640134"/>
          </a:xfrm>
          <a:prstGeom prst="rect">
            <a:avLst/>
          </a:prstGeom>
        </p:spPr>
      </p:pic>
      <p:pic>
        <p:nvPicPr>
          <p:cNvPr id="50" name="Image 37" descr="preencoded.png">    </p:cNvPr>
          <p:cNvPicPr>
            <a:picLocks noChangeAspect="1"/>
          </p:cNvPicPr>
          <p:nvPr/>
        </p:nvPicPr>
        <p:blipFill>
          <a:blip r:embed="rId38"/>
          <a:srcRect l="0" r="0" t="0" b="0"/>
          <a:stretch/>
        </p:blipFill>
        <p:spPr>
          <a:xfrm>
            <a:off x="6479220" y="1490562"/>
            <a:ext cx="1667131" cy="1041676"/>
          </a:xfrm>
          <a:prstGeom prst="rect">
            <a:avLst/>
          </a:prstGeom>
        </p:spPr>
      </p:pic>
      <p:pic>
        <p:nvPicPr>
          <p:cNvPr id="51" name="Image 38" descr="preencoded.png">    </p:cNvPr>
          <p:cNvPicPr>
            <a:picLocks noChangeAspect="1"/>
          </p:cNvPicPr>
          <p:nvPr/>
        </p:nvPicPr>
        <p:blipFill>
          <a:blip r:embed="rId39"/>
          <a:srcRect l="0" r="0" t="0" b="0"/>
          <a:stretch/>
        </p:blipFill>
        <p:spPr>
          <a:xfrm>
            <a:off x="7151388" y="2385145"/>
            <a:ext cx="679452" cy="507304"/>
          </a:xfrm>
          <a:prstGeom prst="rect">
            <a:avLst/>
          </a:prstGeom>
        </p:spPr>
      </p:pic>
      <p:pic>
        <p:nvPicPr>
          <p:cNvPr id="52" name="Image 39" descr="preencoded.png">    </p:cNvPr>
          <p:cNvPicPr>
            <a:picLocks noChangeAspect="1"/>
          </p:cNvPicPr>
          <p:nvPr/>
        </p:nvPicPr>
        <p:blipFill>
          <a:blip r:embed="rId40"/>
          <a:srcRect l="0" r="0" t="0" b="0"/>
          <a:stretch/>
        </p:blipFill>
        <p:spPr>
          <a:xfrm>
            <a:off x="8012273" y="1494605"/>
            <a:ext cx="280199" cy="340131"/>
          </a:xfrm>
          <a:prstGeom prst="rect">
            <a:avLst/>
          </a:prstGeom>
        </p:spPr>
      </p:pic>
      <p:pic>
        <p:nvPicPr>
          <p:cNvPr id="53" name="Image 40" descr="preencoded.png">    </p:cNvPr>
          <p:cNvPicPr>
            <a:picLocks noChangeAspect="1"/>
          </p:cNvPicPr>
          <p:nvPr/>
        </p:nvPicPr>
        <p:blipFill>
          <a:blip r:embed="rId41"/>
          <a:srcRect l="0" r="0" t="0" b="0"/>
          <a:stretch/>
        </p:blipFill>
        <p:spPr>
          <a:xfrm>
            <a:off x="8400480" y="1517071"/>
            <a:ext cx="168322" cy="328734"/>
          </a:xfrm>
          <a:prstGeom prst="rect">
            <a:avLst/>
          </a:prstGeom>
        </p:spPr>
      </p:pic>
      <p:pic>
        <p:nvPicPr>
          <p:cNvPr id="54" name="Image 41" descr="preencoded.png">    </p:cNvPr>
          <p:cNvPicPr>
            <a:picLocks noChangeAspect="1"/>
          </p:cNvPicPr>
          <p:nvPr/>
        </p:nvPicPr>
        <p:blipFill>
          <a:blip r:embed="rId42"/>
          <a:srcRect l="0" r="0" t="0" b="0"/>
          <a:stretch/>
        </p:blipFill>
        <p:spPr>
          <a:xfrm>
            <a:off x="6256358" y="1958747"/>
            <a:ext cx="223882" cy="328476"/>
          </a:xfrm>
          <a:prstGeom prst="rect">
            <a:avLst/>
          </a:prstGeom>
        </p:spPr>
      </p:pic>
      <p:pic>
        <p:nvPicPr>
          <p:cNvPr id="55" name="Image 42" descr="preencoded.png">    </p:cNvPr>
          <p:cNvPicPr>
            <a:picLocks noChangeAspect="1"/>
          </p:cNvPicPr>
          <p:nvPr/>
        </p:nvPicPr>
        <p:blipFill>
          <a:blip r:embed="rId43"/>
          <a:srcRect l="0" r="0" t="0" b="0"/>
          <a:stretch/>
        </p:blipFill>
        <p:spPr>
          <a:xfrm>
            <a:off x="4991100" y="871538"/>
            <a:ext cx="1905000" cy="5943600"/>
          </a:xfrm>
          <a:prstGeom prst="rect">
            <a:avLst/>
          </a:prstGeom>
        </p:spPr>
      </p:pic>
      <p:pic>
        <p:nvPicPr>
          <p:cNvPr id="56" name="Image 43" descr="preencoded.png">    </p:cNvPr>
          <p:cNvPicPr>
            <a:picLocks noChangeAspect="1"/>
          </p:cNvPicPr>
          <p:nvPr/>
        </p:nvPicPr>
        <p:blipFill>
          <a:blip r:embed="rId44"/>
          <a:srcRect l="0" r="0" t="0" b="0"/>
          <a:stretch/>
        </p:blipFill>
        <p:spPr>
          <a:xfrm>
            <a:off x="7010400" y="-1671637"/>
            <a:ext cx="1905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4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2063" y="609600"/>
            <a:ext cx="6624638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Si tu étais un 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8D182B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jeu vidéo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, tu serais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643063"/>
            <a:ext cx="1895475" cy="18954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95500" y="3128963"/>
            <a:ext cx="409575" cy="4095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95513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1</a:t>
            </a:r>
            <a:endParaRPr lang="en-US" sz="2708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19375" y="1643063"/>
            <a:ext cx="1895475" cy="189547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05275" y="3128963"/>
            <a:ext cx="409575" cy="4095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205288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2</a:t>
            </a:r>
            <a:endParaRPr lang="en-US" sz="2708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29150" y="1643063"/>
            <a:ext cx="1895475" cy="1895475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15050" y="3128963"/>
            <a:ext cx="409575" cy="40957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6215063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3</a:t>
            </a:r>
            <a:endParaRPr lang="en-US" sz="2708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38925" y="1643063"/>
            <a:ext cx="1895475" cy="1895475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24825" y="3128963"/>
            <a:ext cx="409575" cy="409575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8224837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4</a:t>
            </a:r>
            <a:endParaRPr lang="en-US" sz="2708" dirty="0"/>
          </a:p>
        </p:txBody>
      </p:sp>
      <p:sp>
        <p:nvSpPr>
          <p:cNvPr id="15" name="Text 5"/>
          <p:cNvSpPr/>
          <p:nvPr/>
        </p:nvSpPr>
        <p:spPr>
          <a:xfrm>
            <a:off x="919162" y="3576638"/>
            <a:ext cx="1271588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MINECRAFT</a:t>
            </a:r>
            <a:endParaRPr lang="en-US" sz="1710" dirty="0"/>
          </a:p>
        </p:txBody>
      </p:sp>
      <p:sp>
        <p:nvSpPr>
          <p:cNvPr id="16" name="Text 6"/>
          <p:cNvSpPr/>
          <p:nvPr/>
        </p:nvSpPr>
        <p:spPr>
          <a:xfrm>
            <a:off x="3038475" y="3576638"/>
            <a:ext cx="1057275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FORTNITE</a:t>
            </a:r>
            <a:endParaRPr lang="en-US" sz="1710" dirty="0"/>
          </a:p>
        </p:txBody>
      </p:sp>
      <p:sp>
        <p:nvSpPr>
          <p:cNvPr id="17" name="Text 7"/>
          <p:cNvSpPr/>
          <p:nvPr/>
        </p:nvSpPr>
        <p:spPr>
          <a:xfrm>
            <a:off x="5133975" y="3576638"/>
            <a:ext cx="885825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ROBLOX</a:t>
            </a:r>
            <a:endParaRPr lang="en-US" sz="1710" dirty="0"/>
          </a:p>
        </p:txBody>
      </p:sp>
      <p:sp>
        <p:nvSpPr>
          <p:cNvPr id="18" name="Text 8"/>
          <p:cNvSpPr/>
          <p:nvPr/>
        </p:nvSpPr>
        <p:spPr>
          <a:xfrm>
            <a:off x="6838950" y="3576638"/>
            <a:ext cx="1490663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BRAWL STARS</a:t>
            </a:r>
            <a:endParaRPr lang="en-US" sz="1710" dirty="0"/>
          </a:p>
        </p:txBody>
      </p:sp>
      <p:sp>
        <p:nvSpPr>
          <p:cNvPr id="19" name="Text 9"/>
          <p:cNvSpPr/>
          <p:nvPr/>
        </p:nvSpPr>
        <p:spPr>
          <a:xfrm>
            <a:off x="8196262" y="4381500"/>
            <a:ext cx="3381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Page 2</a:t>
            </a:r>
            <a:endParaRPr lang="en-US" sz="855" dirty="0"/>
          </a:p>
        </p:txBody>
      </p:sp>
      <p:sp>
        <p:nvSpPr>
          <p:cNvPr id="20" name="Text 10"/>
          <p:cNvSpPr/>
          <p:nvPr/>
        </p:nvSpPr>
        <p:spPr>
          <a:xfrm>
            <a:off x="609600" y="4381500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Atelier VR-AI - Icebreaker</a:t>
            </a:r>
            <a:endParaRPr lang="en-US" sz="85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4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438" y="609600"/>
            <a:ext cx="7481887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Si tu étais un 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8D182B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réseau social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, tu serais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643063"/>
            <a:ext cx="1895475" cy="18954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95500" y="3128963"/>
            <a:ext cx="409575" cy="4095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95513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1</a:t>
            </a:r>
            <a:endParaRPr lang="en-US" sz="2708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19375" y="1643063"/>
            <a:ext cx="1895475" cy="189547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05275" y="3128963"/>
            <a:ext cx="409575" cy="4095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205288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2</a:t>
            </a:r>
            <a:endParaRPr lang="en-US" sz="2708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29150" y="1643063"/>
            <a:ext cx="1895475" cy="1895475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15050" y="3128963"/>
            <a:ext cx="409575" cy="40957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6215063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3</a:t>
            </a:r>
            <a:endParaRPr lang="en-US" sz="2708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38925" y="1643063"/>
            <a:ext cx="1895475" cy="1895475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24825" y="3128963"/>
            <a:ext cx="409575" cy="409575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8224837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4</a:t>
            </a:r>
            <a:endParaRPr lang="en-US" sz="2708" dirty="0"/>
          </a:p>
        </p:txBody>
      </p:sp>
      <p:sp>
        <p:nvSpPr>
          <p:cNvPr id="15" name="Text 5"/>
          <p:cNvSpPr/>
          <p:nvPr/>
        </p:nvSpPr>
        <p:spPr>
          <a:xfrm>
            <a:off x="1171575" y="3576638"/>
            <a:ext cx="771525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TIKTOK</a:t>
            </a:r>
            <a:endParaRPr lang="en-US" sz="1710" dirty="0"/>
          </a:p>
        </p:txBody>
      </p:sp>
      <p:sp>
        <p:nvSpPr>
          <p:cNvPr id="16" name="Text 6"/>
          <p:cNvSpPr/>
          <p:nvPr/>
        </p:nvSpPr>
        <p:spPr>
          <a:xfrm>
            <a:off x="2919413" y="3576638"/>
            <a:ext cx="1300163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INSTAGRAM</a:t>
            </a:r>
            <a:endParaRPr lang="en-US" sz="1710" dirty="0"/>
          </a:p>
        </p:txBody>
      </p:sp>
      <p:sp>
        <p:nvSpPr>
          <p:cNvPr id="17" name="Text 7"/>
          <p:cNvSpPr/>
          <p:nvPr/>
        </p:nvSpPr>
        <p:spPr>
          <a:xfrm>
            <a:off x="4972050" y="3576638"/>
            <a:ext cx="1214438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SNAPCHAT</a:t>
            </a:r>
            <a:endParaRPr lang="en-US" sz="1710" dirty="0"/>
          </a:p>
        </p:txBody>
      </p:sp>
      <p:sp>
        <p:nvSpPr>
          <p:cNvPr id="18" name="Text 8"/>
          <p:cNvSpPr/>
          <p:nvPr/>
        </p:nvSpPr>
        <p:spPr>
          <a:xfrm>
            <a:off x="7077075" y="3576638"/>
            <a:ext cx="1023938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YOUTUBE</a:t>
            </a:r>
            <a:endParaRPr lang="en-US" sz="1710" dirty="0"/>
          </a:p>
        </p:txBody>
      </p:sp>
      <p:sp>
        <p:nvSpPr>
          <p:cNvPr id="19" name="Text 9"/>
          <p:cNvSpPr/>
          <p:nvPr/>
        </p:nvSpPr>
        <p:spPr>
          <a:xfrm>
            <a:off x="8186738" y="4381500"/>
            <a:ext cx="3476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Page 3</a:t>
            </a:r>
            <a:endParaRPr lang="en-US" sz="855" dirty="0"/>
          </a:p>
        </p:txBody>
      </p:sp>
      <p:sp>
        <p:nvSpPr>
          <p:cNvPr id="20" name="Text 10"/>
          <p:cNvSpPr/>
          <p:nvPr/>
        </p:nvSpPr>
        <p:spPr>
          <a:xfrm>
            <a:off x="609600" y="4381500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Atelier VR-AI - Icebreaker</a:t>
            </a:r>
            <a:endParaRPr lang="en-US" sz="85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4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1488" y="609600"/>
            <a:ext cx="8205788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Si 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tu 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étais un 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8D182B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objet numérique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, 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tu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 serai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s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643063"/>
            <a:ext cx="1895475" cy="18954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95500" y="3128963"/>
            <a:ext cx="409575" cy="4095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95513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1</a:t>
            </a:r>
            <a:endParaRPr lang="en-US" sz="2708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19375" y="1643063"/>
            <a:ext cx="1895475" cy="189547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05275" y="3128963"/>
            <a:ext cx="409575" cy="4095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205288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2</a:t>
            </a:r>
            <a:endParaRPr lang="en-US" sz="2708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29150" y="1643063"/>
            <a:ext cx="1895475" cy="1895475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15050" y="3128963"/>
            <a:ext cx="409575" cy="40957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6215063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3</a:t>
            </a:r>
            <a:endParaRPr lang="en-US" sz="2708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38925" y="1643063"/>
            <a:ext cx="1895475" cy="1895475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24825" y="3128963"/>
            <a:ext cx="409575" cy="409575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8224837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4</a:t>
            </a:r>
            <a:endParaRPr lang="en-US" sz="2708" dirty="0"/>
          </a:p>
        </p:txBody>
      </p:sp>
      <p:sp>
        <p:nvSpPr>
          <p:cNvPr id="15" name="Text 5"/>
          <p:cNvSpPr/>
          <p:nvPr/>
        </p:nvSpPr>
        <p:spPr>
          <a:xfrm>
            <a:off x="781050" y="3576638"/>
            <a:ext cx="1552575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SMARTPHONE</a:t>
            </a:r>
            <a:endParaRPr lang="en-US" sz="1710" dirty="0"/>
          </a:p>
        </p:txBody>
      </p:sp>
      <p:sp>
        <p:nvSpPr>
          <p:cNvPr id="16" name="Text 6"/>
          <p:cNvSpPr/>
          <p:nvPr/>
        </p:nvSpPr>
        <p:spPr>
          <a:xfrm>
            <a:off x="2719388" y="3576638"/>
            <a:ext cx="169545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ORDI PORTABLE</a:t>
            </a:r>
            <a:endParaRPr lang="en-US" sz="1710" dirty="0"/>
          </a:p>
        </p:txBody>
      </p:sp>
      <p:sp>
        <p:nvSpPr>
          <p:cNvPr id="17" name="Text 7"/>
          <p:cNvSpPr/>
          <p:nvPr/>
        </p:nvSpPr>
        <p:spPr>
          <a:xfrm>
            <a:off x="5033963" y="3576638"/>
            <a:ext cx="1090613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CONSOLE</a:t>
            </a:r>
            <a:endParaRPr lang="en-US" sz="1710" dirty="0"/>
          </a:p>
        </p:txBody>
      </p:sp>
      <p:sp>
        <p:nvSpPr>
          <p:cNvPr id="18" name="Text 8"/>
          <p:cNvSpPr/>
          <p:nvPr/>
        </p:nvSpPr>
        <p:spPr>
          <a:xfrm>
            <a:off x="7058025" y="3576638"/>
            <a:ext cx="1062038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TABLETTE</a:t>
            </a:r>
            <a:endParaRPr lang="en-US" sz="1710" dirty="0"/>
          </a:p>
        </p:txBody>
      </p:sp>
      <p:sp>
        <p:nvSpPr>
          <p:cNvPr id="19" name="Text 9"/>
          <p:cNvSpPr/>
          <p:nvPr/>
        </p:nvSpPr>
        <p:spPr>
          <a:xfrm>
            <a:off x="8191500" y="4381500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Page 4</a:t>
            </a:r>
            <a:endParaRPr lang="en-US" sz="855" dirty="0"/>
          </a:p>
        </p:txBody>
      </p:sp>
      <p:sp>
        <p:nvSpPr>
          <p:cNvPr id="20" name="Text 10"/>
          <p:cNvSpPr/>
          <p:nvPr/>
        </p:nvSpPr>
        <p:spPr>
          <a:xfrm>
            <a:off x="609600" y="4381500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Atelier VR-AI - Icebreaker</a:t>
            </a:r>
            <a:endParaRPr lang="en-US" sz="85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4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28775" y="609600"/>
            <a:ext cx="58864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Si tu étais 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8D182B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un emoji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, tu serais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643063"/>
            <a:ext cx="1895475" cy="18954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95500" y="3128963"/>
            <a:ext cx="409575" cy="4095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95513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1</a:t>
            </a:r>
            <a:endParaRPr lang="en-US" sz="2708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19375" y="1643063"/>
            <a:ext cx="1895475" cy="189547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05275" y="3128963"/>
            <a:ext cx="409575" cy="4095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205288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2</a:t>
            </a:r>
            <a:endParaRPr lang="en-US" sz="2708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29150" y="1643063"/>
            <a:ext cx="1895475" cy="1895475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15050" y="3128963"/>
            <a:ext cx="409575" cy="40957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6215063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3</a:t>
            </a:r>
            <a:endParaRPr lang="en-US" sz="2708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38925" y="1643063"/>
            <a:ext cx="1895475" cy="1895475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24825" y="3128963"/>
            <a:ext cx="409575" cy="409575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8224837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4</a:t>
            </a:r>
            <a:endParaRPr lang="en-US" sz="2708" dirty="0"/>
          </a:p>
        </p:txBody>
      </p:sp>
      <p:sp>
        <p:nvSpPr>
          <p:cNvPr id="15" name="Text 5"/>
          <p:cNvSpPr/>
          <p:nvPr/>
        </p:nvSpPr>
        <p:spPr>
          <a:xfrm>
            <a:off x="1014413" y="3576638"/>
            <a:ext cx="108585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CONTENT</a:t>
            </a:r>
            <a:endParaRPr lang="en-US" sz="1710" dirty="0"/>
          </a:p>
        </p:txBody>
      </p:sp>
      <p:sp>
        <p:nvSpPr>
          <p:cNvPr id="16" name="Text 6"/>
          <p:cNvSpPr/>
          <p:nvPr/>
        </p:nvSpPr>
        <p:spPr>
          <a:xfrm>
            <a:off x="3119438" y="3576638"/>
            <a:ext cx="900113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FATIGUÉ</a:t>
            </a:r>
            <a:endParaRPr lang="en-US" sz="1710" dirty="0"/>
          </a:p>
        </p:txBody>
      </p:sp>
      <p:sp>
        <p:nvSpPr>
          <p:cNvPr id="17" name="Text 7"/>
          <p:cNvSpPr/>
          <p:nvPr/>
        </p:nvSpPr>
        <p:spPr>
          <a:xfrm>
            <a:off x="5095875" y="3576638"/>
            <a:ext cx="966788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STRESSÉ</a:t>
            </a:r>
            <a:endParaRPr lang="en-US" sz="1710" dirty="0"/>
          </a:p>
        </p:txBody>
      </p:sp>
      <p:sp>
        <p:nvSpPr>
          <p:cNvPr id="18" name="Text 8"/>
          <p:cNvSpPr/>
          <p:nvPr/>
        </p:nvSpPr>
        <p:spPr>
          <a:xfrm>
            <a:off x="7158038" y="3576638"/>
            <a:ext cx="85725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NEUTRE</a:t>
            </a:r>
            <a:endParaRPr lang="en-US" sz="1710" dirty="0"/>
          </a:p>
        </p:txBody>
      </p:sp>
      <p:sp>
        <p:nvSpPr>
          <p:cNvPr id="19" name="Text 9"/>
          <p:cNvSpPr/>
          <p:nvPr/>
        </p:nvSpPr>
        <p:spPr>
          <a:xfrm>
            <a:off x="8191500" y="4381500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Page 5</a:t>
            </a:r>
            <a:endParaRPr lang="en-US" sz="855" dirty="0"/>
          </a:p>
        </p:txBody>
      </p:sp>
      <p:sp>
        <p:nvSpPr>
          <p:cNvPr id="20" name="Text 10"/>
          <p:cNvSpPr/>
          <p:nvPr/>
        </p:nvSpPr>
        <p:spPr>
          <a:xfrm>
            <a:off x="609600" y="4381500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Atelier VR-AI - Icebreaker</a:t>
            </a:r>
            <a:endParaRPr lang="en-US" sz="85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4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9113" y="609600"/>
            <a:ext cx="8110537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Si tu étais une 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8D182B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activité mobile</a:t>
            </a:r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, tu serais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643063"/>
            <a:ext cx="1895475" cy="18954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95500" y="3128963"/>
            <a:ext cx="409575" cy="4095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95513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1</a:t>
            </a:r>
            <a:endParaRPr lang="en-US" sz="2708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19375" y="1643063"/>
            <a:ext cx="1895475" cy="189547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05275" y="3128963"/>
            <a:ext cx="409575" cy="4095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205288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2</a:t>
            </a:r>
            <a:endParaRPr lang="en-US" sz="2708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29150" y="1643063"/>
            <a:ext cx="1895475" cy="1895475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15050" y="3128963"/>
            <a:ext cx="409575" cy="40957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6215063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3</a:t>
            </a:r>
            <a:endParaRPr lang="en-US" sz="2708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38925" y="1643063"/>
            <a:ext cx="1895475" cy="1895475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24825" y="3128963"/>
            <a:ext cx="409575" cy="409575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8224837" y="3081338"/>
            <a:ext cx="2047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1"/>
              </a:lnSpc>
              <a:buNone/>
            </a:pPr>
            <a:r>
              <a:rPr lang="en-US" sz="2708" b="1" spc="-27" kern="0" dirty="0">
                <a:solidFill>
                  <a:srgbClr val="FDAB1C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4</a:t>
            </a:r>
            <a:endParaRPr lang="en-US" sz="2708" dirty="0"/>
          </a:p>
        </p:txBody>
      </p:sp>
      <p:sp>
        <p:nvSpPr>
          <p:cNvPr id="15" name="Text 5"/>
          <p:cNvSpPr/>
          <p:nvPr/>
        </p:nvSpPr>
        <p:spPr>
          <a:xfrm>
            <a:off x="738188" y="3576638"/>
            <a:ext cx="164306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78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REGARDER DES</a:t>
            </a:r>
            <a:endParaRPr lang="en-US" sz="1710" dirty="0"/>
          </a:p>
          <a:p>
            <a:pPr algn="ctr" indent="0" marL="0">
              <a:lnSpc>
                <a:spcPts val="1778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VIDÉOS</a:t>
            </a:r>
            <a:endParaRPr lang="en-US" sz="1710" dirty="0"/>
          </a:p>
        </p:txBody>
      </p:sp>
      <p:sp>
        <p:nvSpPr>
          <p:cNvPr id="16" name="Text 6"/>
          <p:cNvSpPr/>
          <p:nvPr/>
        </p:nvSpPr>
        <p:spPr>
          <a:xfrm>
            <a:off x="3052763" y="3576638"/>
            <a:ext cx="103346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78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JOUER À</a:t>
            </a:r>
            <a:endParaRPr lang="en-US" sz="1710" dirty="0"/>
          </a:p>
          <a:p>
            <a:pPr algn="ctr" indent="0" marL="0">
              <a:lnSpc>
                <a:spcPts val="1778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DES JEUX</a:t>
            </a:r>
            <a:endParaRPr lang="en-US" sz="1710" dirty="0"/>
          </a:p>
        </p:txBody>
      </p:sp>
      <p:sp>
        <p:nvSpPr>
          <p:cNvPr id="17" name="Text 7"/>
          <p:cNvSpPr/>
          <p:nvPr/>
        </p:nvSpPr>
        <p:spPr>
          <a:xfrm>
            <a:off x="4833938" y="3576638"/>
            <a:ext cx="1485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78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ENVOYER DES</a:t>
            </a:r>
            <a:endParaRPr lang="en-US" sz="1710" dirty="0"/>
          </a:p>
          <a:p>
            <a:pPr algn="ctr" indent="0" marL="0">
              <a:lnSpc>
                <a:spcPts val="1778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MESSAGES</a:t>
            </a:r>
            <a:endParaRPr lang="en-US" sz="1710" dirty="0"/>
          </a:p>
        </p:txBody>
      </p:sp>
      <p:sp>
        <p:nvSpPr>
          <p:cNvPr id="18" name="Text 8"/>
          <p:cNvSpPr/>
          <p:nvPr/>
        </p:nvSpPr>
        <p:spPr>
          <a:xfrm>
            <a:off x="6900863" y="3576638"/>
            <a:ext cx="137636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78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ÉCOUTER DE</a:t>
            </a:r>
            <a:endParaRPr lang="en-US" sz="1710" dirty="0"/>
          </a:p>
          <a:p>
            <a:pPr algn="ctr" indent="0" marL="0">
              <a:lnSpc>
                <a:spcPts val="1778"/>
              </a:lnSpc>
              <a:buNone/>
            </a:pPr>
            <a:r>
              <a:rPr lang="en-US" sz="1710" spc="-17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LA MUSIQUE</a:t>
            </a:r>
            <a:endParaRPr lang="en-US" sz="1710" dirty="0"/>
          </a:p>
        </p:txBody>
      </p:sp>
      <p:sp>
        <p:nvSpPr>
          <p:cNvPr id="19" name="Text 9"/>
          <p:cNvSpPr/>
          <p:nvPr/>
        </p:nvSpPr>
        <p:spPr>
          <a:xfrm>
            <a:off x="8191500" y="4381500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Page 6</a:t>
            </a:r>
            <a:endParaRPr lang="en-US" sz="855" dirty="0"/>
          </a:p>
        </p:txBody>
      </p:sp>
      <p:sp>
        <p:nvSpPr>
          <p:cNvPr id="20" name="Text 10"/>
          <p:cNvSpPr/>
          <p:nvPr/>
        </p:nvSpPr>
        <p:spPr>
          <a:xfrm>
            <a:off x="609600" y="4381500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2A2224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Atelier VR-AI - Icebreaker</a:t>
            </a:r>
            <a:endParaRPr lang="en-US" sz="85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4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9300" y="2157413"/>
            <a:ext cx="5105400" cy="8286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019300" y="2157413"/>
            <a:ext cx="51054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1A0F11">
                    <a:alpha val="99000"/>
                  </a:srgbClr>
                </a:solidFill>
                <a:latin typeface="SquareSerif" pitchFamily="34" charset="0"/>
                <a:ea typeface="SquareSerif" pitchFamily="34" charset="-122"/>
                <a:cs typeface="SquareSerif" pitchFamily="34" charset="-120"/>
              </a:rPr>
              <a:t>Place à l’histoire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2019300" y="2667000"/>
            <a:ext cx="51054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94"/>
              </a:lnSpc>
              <a:buNone/>
            </a:pPr>
            <a:r>
              <a:rPr lang="en-US" sz="1710" spc="-34" kern="0" dirty="0">
                <a:solidFill>
                  <a:srgbClr val="1A0F11">
                    <a:alpha val="99000"/>
                  </a:srgbClr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Regardez bien la vidéo : elle va lancer l’enquête.</a:t>
            </a:r>
            <a:endParaRPr lang="en-US" sz="17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2026-06-17T14:47:59Z</dcterms:created>
  <dcterms:modified xsi:type="dcterms:W3CDTF">2026-06-17T14:47:59Z</dcterms:modified>
</cp:coreProperties>
</file>